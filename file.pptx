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755"/>
    <a:srgbClr val="2C4971"/>
    <a:srgbClr val="314C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09F2-1D9D-45E7-AF03-471E15129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E346C-546D-4F40-93F5-81CFB4A55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515AE-C1C3-4A1D-B1B3-8E2753939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3FCF-08D1-478F-ABB7-8F2C71D1B289}" type="datetimeFigureOut">
              <a:rPr lang="fr-FR" smtClean="0"/>
              <a:t>27/12/2023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98832-445E-4E82-9125-8386AF2C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A977-A70A-4A65-8AD8-FCA49066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4F74-50E7-4533-9DBD-393B4D452DC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71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B310C-841A-463C-A28D-4DA3532A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5006C-AD04-43A7-A853-E029C9471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46943-8AEE-4D8A-9351-A98F71E1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3FCF-08D1-478F-ABB7-8F2C71D1B289}" type="datetimeFigureOut">
              <a:rPr lang="fr-FR" smtClean="0"/>
              <a:t>27/12/2023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3266-6598-4944-94D1-17026AA9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089D7-18F6-42C7-AE18-0A79F1B0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4F74-50E7-4533-9DBD-393B4D452DC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178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F04E-C9B8-4F53-82E2-795D545C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20592-B3D1-4D37-AE33-98D70339D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2D401-7C6D-45BD-AC57-9112E479B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3FCF-08D1-478F-ABB7-8F2C71D1B289}" type="datetimeFigureOut">
              <a:rPr lang="fr-FR" smtClean="0"/>
              <a:t>27/12/2023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141DF-3918-49C9-BA8B-C65540278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623BD-2475-4BD1-9797-C8BB2B11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4F74-50E7-4533-9DBD-393B4D452DC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8282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6E3B-A10E-44D9-9663-1BCCE3EB5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AC1C2-B02A-441B-923B-4D3225B9C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B24A3-D653-4488-96F1-9F5472EBE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C8098-A7BF-4DBF-95CC-1C8FAF6B1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3FCF-08D1-478F-ABB7-8F2C71D1B289}" type="datetimeFigureOut">
              <a:rPr lang="fr-FR" smtClean="0"/>
              <a:t>27/12/2023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B2CD6-B3AE-4B18-AD2B-0636AEA3B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96AFE-F7E5-43B9-9F10-C0749083D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4F74-50E7-4533-9DBD-393B4D452DC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178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93FA0-7C91-4B8A-AA3F-65B46591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B0CDE-047D-43D6-B072-DE245E615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48628-8E35-4A0F-B840-DCC4FF16B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A45E6-44CF-4887-8148-DDE96B65A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3DC7C3-978C-4985-BC00-420BDE3E3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EB6DF5-C286-47D1-B956-A76B07664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3FCF-08D1-478F-ABB7-8F2C71D1B289}" type="datetimeFigureOut">
              <a:rPr lang="fr-FR" smtClean="0"/>
              <a:t>27/12/2023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E397C2-D2E0-47AD-B457-9879D5D5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3F8340-D2EC-417E-B2CD-42614332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4F74-50E7-4533-9DBD-393B4D452DC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441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2A50-1DBC-4103-A961-17E025374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79D3C-BDE0-4495-B42C-47A7FB80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3FCF-08D1-478F-ABB7-8F2C71D1B289}" type="datetimeFigureOut">
              <a:rPr lang="fr-FR" smtClean="0"/>
              <a:t>27/12/2023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36634-B16E-4B09-AAA2-17675C175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C26C9E-3433-4B55-8E20-96FFE2C05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4F74-50E7-4533-9DBD-393B4D452DC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678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E58709-5B05-41F4-9DA8-9DD1C7C97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3FCF-08D1-478F-ABB7-8F2C71D1B289}" type="datetimeFigureOut">
              <a:rPr lang="fr-FR" smtClean="0"/>
              <a:t>27/12/2023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B70701-E846-435D-A5D1-8358076D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C2D7F-3BC0-4975-AD88-3DC974D5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4F74-50E7-4533-9DBD-393B4D452DC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049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FF9D-3765-4961-A51C-B57D0C5F5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5E30C-57F0-4CF3-A4E2-E11548CA1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40F77-B8AE-48F2-9BF6-49C6508B2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81730-CA3F-4C14-B1DA-F51260B8A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3FCF-08D1-478F-ABB7-8F2C71D1B289}" type="datetimeFigureOut">
              <a:rPr lang="fr-FR" smtClean="0"/>
              <a:t>27/12/2023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0FF54-D726-4FDA-A688-8C4ED6B74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4532E-4DBB-4910-8322-99E62F71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4F74-50E7-4533-9DBD-393B4D452DC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012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B9BCE-5656-407B-B3B3-9D142960C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EB974F-7BBC-4617-943B-AB6AE34DB3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E653B-664B-4BD6-A0A0-51FFFFC1E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D456F-11B1-4A92-B1D2-14086B3DC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3FCF-08D1-478F-ABB7-8F2C71D1B289}" type="datetimeFigureOut">
              <a:rPr lang="fr-FR" smtClean="0"/>
              <a:t>27/12/2023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FC68-0820-4093-B5B2-2C7E2721A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403DB-B7C7-43C3-9CDB-1075A770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4F74-50E7-4533-9DBD-393B4D452DC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334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DEF53-D69A-4270-9C1B-EE4ED6D2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56A00-AC6A-4BC0-B47F-CCAA05AC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36E58-08BB-4A43-B6E0-A55F127E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3FCF-08D1-478F-ABB7-8F2C71D1B289}" type="datetimeFigureOut">
              <a:rPr lang="fr-FR" smtClean="0"/>
              <a:t>27/12/2023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18C6D-B12E-4C77-8933-EEB47A47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04A70-A2FC-442E-AB5D-BE3EC0431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4F74-50E7-4533-9DBD-393B4D452DC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51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085923-12C8-406B-8346-D0137F424D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D84DA-75F6-444C-B12E-C0B08BE13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5BA17-C5C9-417A-8EE0-77F231B9C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3FCF-08D1-478F-ABB7-8F2C71D1B289}" type="datetimeFigureOut">
              <a:rPr lang="fr-FR" smtClean="0"/>
              <a:t>27/12/2023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06B46-AEBC-4600-99C9-D4F5A9094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64EF3-2C5F-45A3-865C-7758DD42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4F74-50E7-4533-9DBD-393B4D452DC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9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6D715-15D8-4A74-ABB8-AE92FE82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B655F-E66F-4351-A994-8D46062F3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B933E-98A4-4ED5-A136-AFEA5CBA3D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13FCF-08D1-478F-ABB7-8F2C71D1B289}" type="datetimeFigureOut">
              <a:rPr lang="fr-FR" smtClean="0"/>
              <a:t>27/12/2023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E42C6-2186-4754-9724-8D52C50C9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4E7D0-7DBD-473C-BFA3-363E2FE5A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34F74-50E7-4533-9DBD-393B4D452DC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921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914860-7B15-4ECD-93DB-2DCFA3793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710491" cy="7706551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B3EB3-6ADF-45FA-AB90-EC22DEA28C74}"/>
              </a:ext>
            </a:extLst>
          </p:cNvPr>
          <p:cNvSpPr/>
          <p:nvPr/>
        </p:nvSpPr>
        <p:spPr>
          <a:xfrm rot="13043891">
            <a:off x="-329801" y="-4486912"/>
            <a:ext cx="13854468" cy="14514248"/>
          </a:xfrm>
          <a:custGeom>
            <a:avLst/>
            <a:gdLst>
              <a:gd name="connsiteX0" fmla="*/ 4083778 w 13854468"/>
              <a:gd name="connsiteY0" fmla="*/ 12749221 h 14514248"/>
              <a:gd name="connsiteX1" fmla="*/ 3722148 w 13854468"/>
              <a:gd name="connsiteY1" fmla="*/ 12749221 h 14514248"/>
              <a:gd name="connsiteX2" fmla="*/ 3722148 w 13854468"/>
              <a:gd name="connsiteY2" fmla="*/ 12276197 h 14514248"/>
              <a:gd name="connsiteX3" fmla="*/ 4304538 w 13854468"/>
              <a:gd name="connsiteY3" fmla="*/ 12749221 h 14514248"/>
              <a:gd name="connsiteX4" fmla="*/ 4165211 w 13854468"/>
              <a:gd name="connsiteY4" fmla="*/ 12855737 h 14514248"/>
              <a:gd name="connsiteX5" fmla="*/ 4083778 w 13854468"/>
              <a:gd name="connsiteY5" fmla="*/ 12749221 h 14514248"/>
              <a:gd name="connsiteX6" fmla="*/ 13854468 w 13854468"/>
              <a:gd name="connsiteY6" fmla="*/ 5448228 h 14514248"/>
              <a:gd name="connsiteX7" fmla="*/ 8555471 w 13854468"/>
              <a:gd name="connsiteY7" fmla="*/ 9499350 h 14514248"/>
              <a:gd name="connsiteX8" fmla="*/ 8555472 w 13854468"/>
              <a:gd name="connsiteY8" fmla="*/ 6290166 h 14514248"/>
              <a:gd name="connsiteX9" fmla="*/ 8173536 w 13854468"/>
              <a:gd name="connsiteY9" fmla="*/ 5908230 h 14514248"/>
              <a:gd name="connsiteX10" fmla="*/ 6645839 w 13854468"/>
              <a:gd name="connsiteY10" fmla="*/ 5908230 h 14514248"/>
              <a:gd name="connsiteX11" fmla="*/ 6263903 w 13854468"/>
              <a:gd name="connsiteY11" fmla="*/ 6290166 h 14514248"/>
              <a:gd name="connsiteX12" fmla="*/ 6263902 w 13854468"/>
              <a:gd name="connsiteY12" fmla="*/ 11251272 h 14514248"/>
              <a:gd name="connsiteX13" fmla="*/ 6054379 w 13854468"/>
              <a:gd name="connsiteY13" fmla="*/ 11411454 h 14514248"/>
              <a:gd name="connsiteX14" fmla="*/ 6054380 w 13854468"/>
              <a:gd name="connsiteY14" fmla="*/ 5388056 h 14514248"/>
              <a:gd name="connsiteX15" fmla="*/ 5665666 w 13854468"/>
              <a:gd name="connsiteY15" fmla="*/ 4999343 h 14514248"/>
              <a:gd name="connsiteX16" fmla="*/ 4110861 w 13854468"/>
              <a:gd name="connsiteY16" fmla="*/ 4999344 h 14514248"/>
              <a:gd name="connsiteX17" fmla="*/ 3722148 w 13854468"/>
              <a:gd name="connsiteY17" fmla="*/ 5388056 h 14514248"/>
              <a:gd name="connsiteX18" fmla="*/ 3722148 w 13854468"/>
              <a:gd name="connsiteY18" fmla="*/ 12276197 h 14514248"/>
              <a:gd name="connsiteX19" fmla="*/ 3403773 w 13854468"/>
              <a:gd name="connsiteY19" fmla="*/ 11859753 h 14514248"/>
              <a:gd name="connsiteX20" fmla="*/ 3403773 w 13854468"/>
              <a:gd name="connsiteY20" fmla="*/ 7128228 h 14514248"/>
              <a:gd name="connsiteX21" fmla="*/ 2996874 w 13854468"/>
              <a:gd name="connsiteY21" fmla="*/ 6721329 h 14514248"/>
              <a:gd name="connsiteX22" fmla="*/ 1369326 w 13854468"/>
              <a:gd name="connsiteY22" fmla="*/ 6721329 h 14514248"/>
              <a:gd name="connsiteX23" fmla="*/ 962428 w 13854468"/>
              <a:gd name="connsiteY23" fmla="*/ 7128228 h 14514248"/>
              <a:gd name="connsiteX24" fmla="*/ 962428 w 13854468"/>
              <a:gd name="connsiteY24" fmla="*/ 8666396 h 14514248"/>
              <a:gd name="connsiteX25" fmla="*/ 0 w 13854468"/>
              <a:gd name="connsiteY25" fmla="*/ 7407510 h 14514248"/>
              <a:gd name="connsiteX26" fmla="*/ 9689257 w 13854468"/>
              <a:gd name="connsiteY26" fmla="*/ 0 h 14514248"/>
              <a:gd name="connsiteX27" fmla="*/ 3403773 w 13854468"/>
              <a:gd name="connsiteY27" fmla="*/ 14514248 h 14514248"/>
              <a:gd name="connsiteX28" fmla="*/ 962428 w 13854468"/>
              <a:gd name="connsiteY28" fmla="*/ 14514248 h 14514248"/>
              <a:gd name="connsiteX29" fmla="*/ 962428 w 13854468"/>
              <a:gd name="connsiteY29" fmla="*/ 8666396 h 14514248"/>
              <a:gd name="connsiteX30" fmla="*/ 3403773 w 13854468"/>
              <a:gd name="connsiteY30" fmla="*/ 11859753 h 14514248"/>
              <a:gd name="connsiteX31" fmla="*/ 6054379 w 13854468"/>
              <a:gd name="connsiteY31" fmla="*/ 12749221 h 14514248"/>
              <a:gd name="connsiteX32" fmla="*/ 4304538 w 13854468"/>
              <a:gd name="connsiteY32" fmla="*/ 12749221 h 14514248"/>
              <a:gd name="connsiteX33" fmla="*/ 6054379 w 13854468"/>
              <a:gd name="connsiteY33" fmla="*/ 11411454 h 14514248"/>
              <a:gd name="connsiteX34" fmla="*/ 8555471 w 13854468"/>
              <a:gd name="connsiteY34" fmla="*/ 13689195 h 14514248"/>
              <a:gd name="connsiteX35" fmla="*/ 6263902 w 13854468"/>
              <a:gd name="connsiteY35" fmla="*/ 13689195 h 14514248"/>
              <a:gd name="connsiteX36" fmla="*/ 6263902 w 13854468"/>
              <a:gd name="connsiteY36" fmla="*/ 11251272 h 14514248"/>
              <a:gd name="connsiteX37" fmla="*/ 8555471 w 13854468"/>
              <a:gd name="connsiteY37" fmla="*/ 9499350 h 14514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3854468" h="14514248">
                <a:moveTo>
                  <a:pt x="4083778" y="12749221"/>
                </a:moveTo>
                <a:lnTo>
                  <a:pt x="3722148" y="12749221"/>
                </a:lnTo>
                <a:lnTo>
                  <a:pt x="3722148" y="12276197"/>
                </a:lnTo>
                <a:close/>
                <a:moveTo>
                  <a:pt x="4304538" y="12749221"/>
                </a:moveTo>
                <a:lnTo>
                  <a:pt x="4165211" y="12855737"/>
                </a:lnTo>
                <a:lnTo>
                  <a:pt x="4083778" y="12749221"/>
                </a:lnTo>
                <a:close/>
                <a:moveTo>
                  <a:pt x="13854468" y="5448228"/>
                </a:moveTo>
                <a:lnTo>
                  <a:pt x="8555471" y="9499350"/>
                </a:lnTo>
                <a:lnTo>
                  <a:pt x="8555472" y="6290166"/>
                </a:lnTo>
                <a:cubicBezTo>
                  <a:pt x="8555472" y="6079229"/>
                  <a:pt x="8384473" y="5908230"/>
                  <a:pt x="8173536" y="5908230"/>
                </a:cubicBezTo>
                <a:lnTo>
                  <a:pt x="6645839" y="5908230"/>
                </a:lnTo>
                <a:cubicBezTo>
                  <a:pt x="6434902" y="5908230"/>
                  <a:pt x="6263903" y="6079229"/>
                  <a:pt x="6263903" y="6290166"/>
                </a:cubicBezTo>
                <a:lnTo>
                  <a:pt x="6263902" y="11251272"/>
                </a:lnTo>
                <a:lnTo>
                  <a:pt x="6054379" y="11411454"/>
                </a:lnTo>
                <a:lnTo>
                  <a:pt x="6054380" y="5388056"/>
                </a:lnTo>
                <a:cubicBezTo>
                  <a:pt x="6054380" y="5173376"/>
                  <a:pt x="5880346" y="4999343"/>
                  <a:pt x="5665666" y="4999343"/>
                </a:cubicBezTo>
                <a:lnTo>
                  <a:pt x="4110861" y="4999344"/>
                </a:lnTo>
                <a:cubicBezTo>
                  <a:pt x="3896181" y="4999343"/>
                  <a:pt x="3722148" y="5173377"/>
                  <a:pt x="3722148" y="5388056"/>
                </a:cubicBezTo>
                <a:lnTo>
                  <a:pt x="3722148" y="12276197"/>
                </a:lnTo>
                <a:lnTo>
                  <a:pt x="3403773" y="11859753"/>
                </a:lnTo>
                <a:lnTo>
                  <a:pt x="3403773" y="7128228"/>
                </a:lnTo>
                <a:cubicBezTo>
                  <a:pt x="3403773" y="6903504"/>
                  <a:pt x="3221598" y="6721329"/>
                  <a:pt x="2996874" y="6721329"/>
                </a:cubicBezTo>
                <a:lnTo>
                  <a:pt x="1369326" y="6721329"/>
                </a:lnTo>
                <a:cubicBezTo>
                  <a:pt x="1144603" y="6721329"/>
                  <a:pt x="962428" y="6903504"/>
                  <a:pt x="962428" y="7128228"/>
                </a:cubicBezTo>
                <a:lnTo>
                  <a:pt x="962428" y="8666396"/>
                </a:lnTo>
                <a:lnTo>
                  <a:pt x="0" y="7407510"/>
                </a:lnTo>
                <a:lnTo>
                  <a:pt x="9689257" y="0"/>
                </a:lnTo>
                <a:close/>
                <a:moveTo>
                  <a:pt x="3403773" y="14514248"/>
                </a:moveTo>
                <a:lnTo>
                  <a:pt x="962428" y="14514248"/>
                </a:lnTo>
                <a:lnTo>
                  <a:pt x="962428" y="8666396"/>
                </a:lnTo>
                <a:lnTo>
                  <a:pt x="3403773" y="11859753"/>
                </a:lnTo>
                <a:close/>
                <a:moveTo>
                  <a:pt x="6054379" y="12749221"/>
                </a:moveTo>
                <a:lnTo>
                  <a:pt x="4304538" y="12749221"/>
                </a:lnTo>
                <a:lnTo>
                  <a:pt x="6054379" y="11411454"/>
                </a:lnTo>
                <a:close/>
                <a:moveTo>
                  <a:pt x="8555471" y="13689195"/>
                </a:moveTo>
                <a:lnTo>
                  <a:pt x="6263902" y="13689195"/>
                </a:lnTo>
                <a:lnTo>
                  <a:pt x="6263902" y="11251272"/>
                </a:lnTo>
                <a:lnTo>
                  <a:pt x="8555471" y="9499350"/>
                </a:lnTo>
                <a:close/>
              </a:path>
            </a:pathLst>
          </a:custGeom>
          <a:solidFill>
            <a:srgbClr val="21375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59CE62-C6FD-47EF-B794-18E6951F2FCD}"/>
              </a:ext>
            </a:extLst>
          </p:cNvPr>
          <p:cNvSpPr/>
          <p:nvPr/>
        </p:nvSpPr>
        <p:spPr>
          <a:xfrm>
            <a:off x="0" y="3269974"/>
            <a:ext cx="5353779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6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rPr>
              <a:t>Information and Communication Technologies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DFF57D-2C67-4DBD-8B48-1E992B6E2084}"/>
              </a:ext>
            </a:extLst>
          </p:cNvPr>
          <p:cNvSpPr txBox="1"/>
          <p:nvPr/>
        </p:nvSpPr>
        <p:spPr>
          <a:xfrm>
            <a:off x="0" y="1080502"/>
            <a:ext cx="552615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1" dirty="0">
                <a:solidFill>
                  <a:schemeClr val="bg1"/>
                </a:solidFill>
                <a:latin typeface="+mj-lt"/>
                <a:ea typeface="Proxima Nova"/>
                <a:cs typeface="Proxima Nova"/>
                <a:sym typeface="Proxima Nova"/>
              </a:rPr>
              <a:t>University Of Science And Technology </a:t>
            </a:r>
            <a:r>
              <a:rPr lang="en-US" sz="2800" b="1" dirty="0" err="1">
                <a:solidFill>
                  <a:schemeClr val="bg1"/>
                </a:solidFill>
                <a:latin typeface="+mj-lt"/>
                <a:ea typeface="Proxima Nova"/>
                <a:cs typeface="Proxima Nova"/>
                <a:sym typeface="Proxima Nova"/>
              </a:rPr>
              <a:t>Houari</a:t>
            </a:r>
            <a:r>
              <a:rPr lang="en-US" sz="2800" b="1" dirty="0">
                <a:solidFill>
                  <a:schemeClr val="bg1"/>
                </a:solidFill>
                <a:latin typeface="+mj-lt"/>
                <a:ea typeface="Proxima Nova"/>
                <a:cs typeface="Proxima Nova"/>
                <a:sym typeface="Proxima Nova"/>
              </a:rPr>
              <a:t> Boumediene</a:t>
            </a:r>
          </a:p>
          <a:p>
            <a:pPr lvl="0" algn="ctr"/>
            <a:endParaRPr lang="en-US" b="1" dirty="0">
              <a:solidFill>
                <a:schemeClr val="bg1"/>
              </a:solidFill>
              <a:latin typeface="+mj-lt"/>
              <a:ea typeface="Proxima Nova"/>
              <a:cs typeface="Proxima Nova"/>
              <a:sym typeface="Proxima Nova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398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C 0.181 0 0.25 -0.069 0.25 -0.125 L 0.25 -0.25 E" pathEditMode="relative" ptsTypes="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716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11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Nawel CHELLAH</dc:creator>
  <cp:lastModifiedBy>Nawel CHELLAH</cp:lastModifiedBy>
  <cp:revision>7</cp:revision>
  <dcterms:created xsi:type="dcterms:W3CDTF">2023-12-27T20:47:54Z</dcterms:created>
  <dcterms:modified xsi:type="dcterms:W3CDTF">2023-12-28T18:47:43Z</dcterms:modified>
</cp:coreProperties>
</file>